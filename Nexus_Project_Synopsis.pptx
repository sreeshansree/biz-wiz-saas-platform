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Nexus: A Multi-Tenant SaaS Platform for E-Commerce and Booking</a:t>
            </a:r>
          </a:p>
        </p:txBody>
      </p:sp>
      <p:sp>
        <p:nvSpPr>
          <p:cNvPr id="3" name="Subtitle 2"/>
          <p:cNvSpPr>
            <a:spLocks noGrp="1"/>
          </p:cNvSpPr>
          <p:nvPr>
            <p:ph type="subTitle" idx="1"/>
          </p:nvPr>
        </p:nvSpPr>
        <p:spPr/>
        <p:txBody>
          <a:bodyPr/>
          <a:lstStyle/>
          <a:p>
            <a:r>
              <a:t>Project Synopsis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Introduction</a:t>
            </a:r>
          </a:p>
        </p:txBody>
      </p:sp>
      <p:sp>
        <p:nvSpPr>
          <p:cNvPr id="3" name="Content Placeholder 2"/>
          <p:cNvSpPr>
            <a:spLocks noGrp="1"/>
          </p:cNvSpPr>
          <p:nvPr>
            <p:ph idx="1"/>
          </p:nvPr>
        </p:nvSpPr>
        <p:spPr/>
        <p:txBody>
          <a:bodyPr/>
          <a:lstStyle/>
          <a:p>
            <a:pPr>
              <a:defRPr sz="1800"/>
            </a:pPr>
            <a:r>
              <a:t>In the modern digital landscape, small to medium-sized businesses require rapid and affordable solutions to establish their online presence. Building custom websites from scratch or managing complex CMS platforms can be technically demanding and costly. Nexus is a comprehensive Multi-Tenant SaaS (Software as a Service) platform designed to bridge this gap. It allows entrepreneurs, service providers, and retailers to create, customize, and manage their dedicated online stores, booking systems, and landing pages effortlessly within minutes, leveraging a centralized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Problem Statement</a:t>
            </a:r>
          </a:p>
        </p:txBody>
      </p:sp>
      <p:sp>
        <p:nvSpPr>
          <p:cNvPr id="3" name="Content Placeholder 2"/>
          <p:cNvSpPr>
            <a:spLocks noGrp="1"/>
          </p:cNvSpPr>
          <p:nvPr>
            <p:ph idx="1"/>
          </p:nvPr>
        </p:nvSpPr>
        <p:spPr/>
        <p:txBody>
          <a:bodyPr/>
          <a:lstStyle/>
          <a:p>
            <a:pPr>
              <a:defRPr sz="1800"/>
            </a:pPr>
            <a:r>
              <a:t>Many small business owners struggle to set up professional websites due to the high costs of development, the steep learning curve of existing website builders, and the overhead of managing hosting, domains, and database systems. Additionally, businesses that require specific functionalities, such as appointment booking or e-commerce transactions, often need to subscribe to multiple disparate services, leading to fragmented management and high recurring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Proposed Solution</a:t>
            </a:r>
          </a:p>
        </p:txBody>
      </p:sp>
      <p:sp>
        <p:nvSpPr>
          <p:cNvPr id="3" name="Content Placeholder 2"/>
          <p:cNvSpPr>
            <a:spLocks noGrp="1"/>
          </p:cNvSpPr>
          <p:nvPr>
            <p:ph idx="1"/>
          </p:nvPr>
        </p:nvSpPr>
        <p:spPr/>
        <p:txBody>
          <a:bodyPr/>
          <a:lstStyle/>
          <a:p>
            <a:pPr>
              <a:defRPr sz="1800"/>
            </a:pPr>
            <a:r>
              <a:t>Nexus provides a unified platform where users can register as 'Tenants' and instantly generate a customized business page accessed via a unique slug-based URL. By employing a multi-tenant architecture, a single application instance serves numerous independent businesses, each with its own isolated data environment (items, orders, bookings, themes). Nexus eliminates the need for manual deployment and provides intuitive dashboards for managing inventory, tracking orders, creating coupons, and customizing the visual theme of the business storefront.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Key Features</a:t>
            </a:r>
          </a:p>
        </p:txBody>
      </p:sp>
      <p:sp>
        <p:nvSpPr>
          <p:cNvPr id="3" name="Content Placeholder 2"/>
          <p:cNvSpPr>
            <a:spLocks noGrp="1"/>
          </p:cNvSpPr>
          <p:nvPr>
            <p:ph idx="1"/>
          </p:nvPr>
        </p:nvSpPr>
        <p:spPr/>
        <p:txBody>
          <a:bodyPr/>
          <a:lstStyle/>
          <a:p>
            <a:pPr>
              <a:defRPr sz="1600"/>
            </a:pPr>
            <a:r>
              <a:t>Multi-Tenant Architecture: Secure, isolated data access for each tenant, with custom routing via dynamic business slugs.</a:t>
            </a:r>
          </a:p>
          <a:p>
            <a:pPr>
              <a:defRPr sz="1600"/>
            </a:pPr>
            <a:r>
              <a:t>Theme Customization: Support for multiple layout templates including E-commerce, Appointment Booking, and Landing Pages. Real-time customization of primary colors, typography, button shapes, and light/dark modes.</a:t>
            </a:r>
          </a:p>
          <a:p>
            <a:pPr>
              <a:defRPr sz="1600"/>
            </a:pPr>
            <a:r>
              <a:t>Authentication &amp; Security: Secure user onboarding and login system powered by Google OAuth and JWT (JSON Web Tokens) for robust session management.</a:t>
            </a:r>
          </a:p>
          <a:p>
            <a:pPr>
              <a:defRPr sz="1600"/>
            </a:pPr>
            <a:r>
              <a:t>E-commerce &amp; Inventory: Intuitive product catalog management, stock tracking, and coupon/discount generation.</a:t>
            </a:r>
          </a:p>
          <a:p>
            <a:pPr>
              <a:defRPr sz="1600"/>
            </a:pPr>
            <a:r>
              <a:t>Order &amp; Booking Management: Centralized dashboard for tracking customer orders, payment status, and managing service appointments.</a:t>
            </a:r>
          </a:p>
          <a:p>
            <a:pPr>
              <a:defRPr sz="1600"/>
            </a:pPr>
            <a:r>
              <a:t>Responsive Design: Fully mobile-optimized user interfaces built with modern utility-first CSS.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Technologies Used</a:t>
            </a:r>
          </a:p>
        </p:txBody>
      </p:sp>
      <p:sp>
        <p:nvSpPr>
          <p:cNvPr id="3" name="Content Placeholder 2"/>
          <p:cNvSpPr>
            <a:spLocks noGrp="1"/>
          </p:cNvSpPr>
          <p:nvPr>
            <p:ph idx="1"/>
          </p:nvPr>
        </p:nvSpPr>
        <p:spPr/>
        <p:txBody>
          <a:bodyPr/>
          <a:lstStyle/>
          <a:p>
            <a:pPr>
              <a:defRPr sz="1400"/>
            </a:pPr>
            <a:r>
              <a:t>Nexus is developed using the MERN (MongoDB, Express.js, React.js, Node.js) stack.</a:t>
            </a:r>
          </a:p>
          <a:p>
            <a:pPr>
              <a:defRPr sz="1400"/>
            </a:pPr>
            <a:r>
              <a:t>Frontend:</a:t>
            </a:r>
          </a:p>
          <a:p>
            <a:pPr lvl="1">
              <a:defRPr sz="1400"/>
            </a:pPr>
            <a:r>
              <a:t>React.js (v19) &amp; Vite: For a lightning-fast, interactive UI.</a:t>
            </a:r>
          </a:p>
          <a:p>
            <a:pPr lvl="1">
              <a:defRPr sz="1400"/>
            </a:pPr>
            <a:r>
              <a:t>Tailwind CSS: For rapid UI development and responsive design.</a:t>
            </a:r>
          </a:p>
          <a:p>
            <a:pPr lvl="1">
              <a:defRPr sz="1400"/>
            </a:pPr>
            <a:r>
              <a:t>React Router DOM: For dynamic client-side routing and tenant slug resolution.</a:t>
            </a:r>
          </a:p>
          <a:p>
            <a:pPr lvl="1">
              <a:defRPr sz="1400"/>
            </a:pPr>
            <a:r>
              <a:t>Context API: For global state management.</a:t>
            </a:r>
          </a:p>
          <a:p>
            <a:pPr>
              <a:defRPr sz="1400"/>
            </a:pPr>
            <a:r>
              <a:t>Backend:</a:t>
            </a:r>
          </a:p>
          <a:p>
            <a:pPr lvl="1">
              <a:defRPr sz="1400"/>
            </a:pPr>
            <a:r>
              <a:t>Node.js &amp; Express.js: To handle API requests, business logic, and routing.</a:t>
            </a:r>
          </a:p>
          <a:p>
            <a:pPr lvl="1">
              <a:defRPr sz="1400"/>
            </a:pPr>
            <a:r>
              <a:t>MongoDB &amp; Mongoose: NoSQL database with strict schema definitions for flexible tenant data storage.</a:t>
            </a:r>
          </a:p>
          <a:p>
            <a:pPr lvl="1">
              <a:defRPr sz="1400"/>
            </a:pPr>
            <a:r>
              <a:t>JWT &amp; Google OAuth: For secure API endpoints and seamless user authentication.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Conclusion</a:t>
            </a:r>
          </a:p>
        </p:txBody>
      </p:sp>
      <p:sp>
        <p:nvSpPr>
          <p:cNvPr id="3" name="Content Placeholder 2"/>
          <p:cNvSpPr>
            <a:spLocks noGrp="1"/>
          </p:cNvSpPr>
          <p:nvPr>
            <p:ph idx="1"/>
          </p:nvPr>
        </p:nvSpPr>
        <p:spPr/>
        <p:txBody>
          <a:bodyPr/>
          <a:lstStyle/>
          <a:p>
            <a:pPr>
              <a:defRPr sz="1800"/>
            </a:pPr>
            <a:r>
              <a:t>Nexus successfully demonstrates the viability of a centralized multi-tenant application to democratize web presence for small businesses. By automating the deployment process and providing comprehensive management tools out of the box, Nexus drastically reduces the barrier to entry for digital commerce and service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